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8046" autoAdjust="0"/>
  </p:normalViewPr>
  <p:slideViewPr>
    <p:cSldViewPr>
      <p:cViewPr varScale="1">
        <p:scale>
          <a:sx n="102" d="100"/>
          <a:sy n="102" d="100"/>
        </p:scale>
        <p:origin x="-18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71442-1249-4377-959D-FCF9EF3C9C4C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F9F8-610D-48AD-9EBB-F40AA7189C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77083" t="33333" r="4167" b="40000"/>
          <a:stretch>
            <a:fillRect/>
          </a:stretch>
        </p:blipFill>
        <p:spPr bwMode="auto">
          <a:xfrm>
            <a:off x="1600200" y="1447800"/>
            <a:ext cx="6858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6" y="116305"/>
            <a:ext cx="8942614" cy="6589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214" y="195179"/>
            <a:ext cx="2039544" cy="64324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4985" y="195180"/>
            <a:ext cx="2353319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5413" y="195180"/>
            <a:ext cx="4235975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413" y="254478"/>
            <a:ext cx="1928587" cy="38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JOT IT DOWN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800600" y="280356"/>
            <a:ext cx="39624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Add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Delete                 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2997" y="280356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Create   Delete    Edit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1" y="1295400"/>
            <a:ext cx="1828800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NOTES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000" y="17436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" y="220117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LINKS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1000" y="26580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 DO’s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8382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418695" y="1116772"/>
            <a:ext cx="2196435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PERSONAL NOTE </a:t>
            </a:r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2522" y="1515024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SSD NOTE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00600" y="838200"/>
            <a:ext cx="3962400" cy="5486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NOTE 1 - Description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-2209800" y="19050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</a:t>
            </a:r>
            <a:endParaRPr lang="en-US" dirty="0"/>
          </a:p>
        </p:txBody>
      </p:sp>
      <p:cxnSp>
        <p:nvCxnSpPr>
          <p:cNvPr id="30" name="Straight Arrow Connector 29"/>
          <p:cNvCxnSpPr>
            <a:endCxn id="13" idx="1"/>
          </p:cNvCxnSpPr>
          <p:nvPr/>
        </p:nvCxnSpPr>
        <p:spPr>
          <a:xfrm flipV="1">
            <a:off x="-381000" y="1452288"/>
            <a:ext cx="762001" cy="7075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2209800" y="26670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-2209800" y="34290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13" idx="3"/>
            <a:endCxn id="19" idx="1"/>
          </p:cNvCxnSpPr>
          <p:nvPr/>
        </p:nvCxnSpPr>
        <p:spPr>
          <a:xfrm>
            <a:off x="2209801" y="1452288"/>
            <a:ext cx="202721" cy="2196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3" idx="3"/>
            <a:endCxn id="18" idx="1"/>
          </p:cNvCxnSpPr>
          <p:nvPr/>
        </p:nvCxnSpPr>
        <p:spPr>
          <a:xfrm flipV="1">
            <a:off x="2209801" y="1273660"/>
            <a:ext cx="208894" cy="17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21" idx="1"/>
          </p:cNvCxnSpPr>
          <p:nvPr/>
        </p:nvCxnSpPr>
        <p:spPr>
          <a:xfrm rot="16200000" flipH="1">
            <a:off x="3619500" y="2400300"/>
            <a:ext cx="220980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6" y="116305"/>
            <a:ext cx="8942614" cy="6589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" y="195179"/>
            <a:ext cx="2092158" cy="64324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4985" y="195180"/>
            <a:ext cx="2353319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5413" y="195180"/>
            <a:ext cx="4235975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413" y="340015"/>
            <a:ext cx="2039545" cy="38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JOT IT DOWN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753423" y="280356"/>
            <a:ext cx="4079093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Add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Delete                 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2997" y="280356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Create   Delete    Edit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1" y="1295400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1743624"/>
            <a:ext cx="1828800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220117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LINKS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1000" y="26580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 DO’s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838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418695" y="1535502"/>
            <a:ext cx="2196435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SSD ALBUM </a:t>
            </a:r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2522" y="1933754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PERSONAL ALBUM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6800" y="914400"/>
            <a:ext cx="8382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01904" y="914400"/>
            <a:ext cx="8382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92504" y="914400"/>
            <a:ext cx="8382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24800" y="914400"/>
            <a:ext cx="8382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-2209800" y="19050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24" idx="3"/>
            <a:endCxn id="14" idx="1"/>
          </p:cNvCxnSpPr>
          <p:nvPr/>
        </p:nvCxnSpPr>
        <p:spPr>
          <a:xfrm flipV="1">
            <a:off x="-381000" y="1900512"/>
            <a:ext cx="762000" cy="2711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8" idx="1"/>
          </p:cNvCxnSpPr>
          <p:nvPr/>
        </p:nvCxnSpPr>
        <p:spPr>
          <a:xfrm flipV="1">
            <a:off x="2133600" y="1692390"/>
            <a:ext cx="285095" cy="2551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3"/>
            <a:endCxn id="19" idx="1"/>
          </p:cNvCxnSpPr>
          <p:nvPr/>
        </p:nvCxnSpPr>
        <p:spPr>
          <a:xfrm>
            <a:off x="2209800" y="1900512"/>
            <a:ext cx="202722" cy="1901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8" idx="3"/>
          </p:cNvCxnSpPr>
          <p:nvPr/>
        </p:nvCxnSpPr>
        <p:spPr>
          <a:xfrm flipV="1">
            <a:off x="4615130" y="1485530"/>
            <a:ext cx="311992" cy="2068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0" idx="1"/>
          </p:cNvCxnSpPr>
          <p:nvPr/>
        </p:nvCxnSpPr>
        <p:spPr>
          <a:xfrm flipV="1">
            <a:off x="4648200" y="1409700"/>
            <a:ext cx="1253704" cy="342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2" idx="1"/>
          </p:cNvCxnSpPr>
          <p:nvPr/>
        </p:nvCxnSpPr>
        <p:spPr>
          <a:xfrm flipV="1">
            <a:off x="4648200" y="1409700"/>
            <a:ext cx="2244304" cy="342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3" idx="1"/>
          </p:cNvCxnSpPr>
          <p:nvPr/>
        </p:nvCxnSpPr>
        <p:spPr>
          <a:xfrm flipV="1">
            <a:off x="4800600" y="1409700"/>
            <a:ext cx="3124200" cy="4953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6" y="116305"/>
            <a:ext cx="8942614" cy="6589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214" y="195179"/>
            <a:ext cx="2039544" cy="64324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4985" y="195180"/>
            <a:ext cx="2353319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5413" y="195180"/>
            <a:ext cx="4235975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413" y="340015"/>
            <a:ext cx="2039545" cy="38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JOT IT DOWN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753423" y="280356"/>
            <a:ext cx="4079093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Add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Delete                 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2997" y="280356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Create   Delete    Edit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1" y="1295400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17436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" y="2201174"/>
            <a:ext cx="1828800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26580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 DO’s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838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418695" y="1535502"/>
            <a:ext cx="2196435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LINK COLLECTION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2522" y="1933754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LINK COLLECTION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6800" y="9144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accent1"/>
                </a:solidFill>
              </a:rPr>
              <a:t>LINK 1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76800" y="14478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accent1"/>
                </a:solidFill>
              </a:rPr>
              <a:t>LINK 2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76800" y="19812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accent1"/>
                </a:solidFill>
              </a:rPr>
              <a:t>LINK 3</a:t>
            </a:r>
            <a:endParaRPr lang="en-US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6" y="116305"/>
            <a:ext cx="8942614" cy="6589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214" y="195179"/>
            <a:ext cx="2039544" cy="64324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4985" y="195180"/>
            <a:ext cx="2353319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75413" y="195180"/>
            <a:ext cx="4235975" cy="6432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" y="228600"/>
            <a:ext cx="2039545" cy="38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JOT IT DOWN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753423" y="280356"/>
            <a:ext cx="4079093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Add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Delete                 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2997" y="280356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Create   Delete    Edit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1" y="1295400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174362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" y="2201174"/>
            <a:ext cx="1828800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2658024"/>
            <a:ext cx="1828800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 DO’s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838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418695" y="1535502"/>
            <a:ext cx="2196435" cy="313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TO DO LIST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12522" y="1933754"/>
            <a:ext cx="2196435" cy="3137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 DO LIST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6800" y="9144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TASK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76800" y="14478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TASK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76800" y="1981200"/>
            <a:ext cx="3810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TASK 3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381000"/>
          <a:ext cx="82295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143000"/>
                <a:gridCol w="1676400"/>
                <a:gridCol w="2057400"/>
                <a:gridCol w="20573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CollectionId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NotesId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Note Heading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457200" y="2987040"/>
          <a:ext cx="82296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24"/>
                <a:gridCol w="2224216"/>
                <a:gridCol w="2224216"/>
                <a:gridCol w="2502244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ImageId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ImageAlbumId</a:t>
                      </a:r>
                      <a:r>
                        <a:rPr lang="en-US" baseline="0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Image</a:t>
                      </a:r>
                      <a:r>
                        <a:rPr lang="en-US" baseline="0" dirty="0" smtClean="0"/>
                        <a:t> URL</a:t>
                      </a:r>
                      <a:endParaRPr lang="en-US" dirty="0" smtClean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57200" y="1828800"/>
          <a:ext cx="8229600" cy="75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524000"/>
                <a:gridCol w="50292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ImageAlbumId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Image Album 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457200" y="4572000"/>
          <a:ext cx="8229600" cy="75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306"/>
                <a:gridCol w="2752237"/>
                <a:gridCol w="3614057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LinkCollectionId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Links</a:t>
                      </a:r>
                      <a:r>
                        <a:rPr lang="en-US" baseline="0" dirty="0" smtClean="0"/>
                        <a:t> Collection 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457200" y="5476240"/>
          <a:ext cx="82296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24"/>
                <a:gridCol w="1388076"/>
                <a:gridCol w="2133600"/>
                <a:gridCol w="34290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LinkId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Link</a:t>
                      </a:r>
                      <a:r>
                        <a:rPr lang="en-US" baseline="0" dirty="0" err="1" smtClean="0"/>
                        <a:t>CollectionI</a:t>
                      </a:r>
                      <a:r>
                        <a:rPr lang="en-US" dirty="0" err="1" smtClean="0"/>
                        <a:t>d</a:t>
                      </a:r>
                      <a:r>
                        <a:rPr lang="en-US" baseline="0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Link URL</a:t>
                      </a:r>
                      <a:endParaRPr lang="en-US" dirty="0" smtClean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314130" y="609600"/>
          <a:ext cx="8153402" cy="75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21"/>
                <a:gridCol w="1578649"/>
                <a:gridCol w="5267132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ToDoListId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To Do List 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14130" y="1600200"/>
          <a:ext cx="81534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82"/>
                <a:gridCol w="2203622"/>
                <a:gridCol w="2203622"/>
                <a:gridCol w="2479075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ToDoId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r>
                        <a:rPr lang="en-US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ToDoListI</a:t>
                      </a:r>
                      <a:r>
                        <a:rPr lang="en-US" dirty="0" err="1" smtClean="0"/>
                        <a:t>d</a:t>
                      </a:r>
                      <a:r>
                        <a:rPr lang="en-US" baseline="0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Task</a:t>
                      </a:r>
                      <a:endParaRPr lang="en-US" dirty="0" smtClean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04800" y="3276600"/>
          <a:ext cx="8153400" cy="75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864"/>
                <a:gridCol w="2172234"/>
                <a:gridCol w="2452151"/>
                <a:gridCol w="2452151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Password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Email 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192</Words>
  <Application>Microsoft Office PowerPoint</Application>
  <PresentationFormat>On-screen Show (4:3)</PresentationFormat>
  <Paragraphs>96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 W</dc:creator>
  <cp:lastModifiedBy>W W</cp:lastModifiedBy>
  <cp:revision>30</cp:revision>
  <dcterms:created xsi:type="dcterms:W3CDTF">2021-03-03T19:11:11Z</dcterms:created>
  <dcterms:modified xsi:type="dcterms:W3CDTF">2021-03-04T07:19:23Z</dcterms:modified>
</cp:coreProperties>
</file>